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Credara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058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CBD5E1"/>
                </a:solidFill>
              </a:defRPr>
            </a:pPr>
            <a:r>
              <a:t>The LC layer banks can't ship fast enough —</a:t>
            </a:r>
            <a:br/>
            <a:r>
              <a:t>same-day financiable receivables on Polygon.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085"/>
                </a:solidFill>
              </a:defRPr>
            </a:pPr>
            <a:r>
              <a:t>Verified B2B trade evidence → Smart LC stablecoin settlement · UAE corridor wedge</a:t>
            </a:r>
          </a:p>
        </p:txBody>
      </p:sp>
      <p:pic>
        <p:nvPicPr>
          <p:cNvPr id="5" name="Picture 4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160520"/>
            <a:ext cx="3566160" cy="2228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349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Othniel Obasi &amp; Martins Nwanu · NOVTIA Ltd · credara-jet.vercel.app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credara-jet.vercel.app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Suppliers finance the world's trade — and wait months to get paid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23774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$2T+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32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Unfilled trade finance demand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965960"/>
            <a:ext cx="23774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0756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~40%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532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SME applications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965960"/>
            <a:ext cx="23774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0756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7–10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532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Traditional LC 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965960"/>
            <a:ext cx="237744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20756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45–90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5328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Typical SME payment 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461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Banks reject SMEs with weak paper trails — not weak businesses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Invoice fraud and duplicate financing make lenders blind to real delivery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UAE/Jebel Ali corridor: massive volume, same friction for suppliers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Consumer remittance and POS are crowded — the SME trade-finance slice is underserved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Turn delivery proof into finance-ready receivables — settle in hours, not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Buyer confirms the invoice; delivery proof is verified — receivable becomes financiable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Proof anchored on Polygon (documents stay private; hashes are tamper-evident)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Financier funds programmable Smart LC escrow; release only after verified delivery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Four enterprise workspaces — SME, Buyer, Financier, Admin — one shared trust record</a:t>
            </a:r>
          </a:p>
          <a:p>
            <a:pPr>
              <a:spcAft>
                <a:spcPts val="724"/>
              </a:spcAft>
              <a:defRPr sz="1800">
                <a:solidFill>
                  <a:srgbClr val="111827"/>
                </a:solidFill>
              </a:defRPr>
            </a:pPr>
            <a:r>
              <a:t>Outcome: collapse 7–10 day LC friction toward same-day proof-to-funding in one corridor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WHY NOW · WHY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Regulation, market pain, and a shipped stack converge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Why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UAE CBUAE PTSR opens regulated AED stablecoin B2B settlement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Polygon enterprise infra: low-cost escrow + proof anchoring at scale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SME trade-finance gap widening as corridors digitize faster than bank LC rails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Smart Commerce / DIFC ecosystem primed for corridor pilots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Why Credara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Live monorepo on Vercel + Amoy — not slideware (test today)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Fail-closed chain: no fake Polygonscan; honest simulated vs anchored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Token-agnostic Smart LC — swap MockUSDC for licensed AED without rebuild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Founder: regulated banking + utilities scale + cryptographic governance (AIRG)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45720" cy="4206240"/>
          </a:xfrm>
          <a:prstGeom prst="rect">
            <a:avLst/>
          </a:prstGeom>
          <a:solidFill>
            <a:srgbClr val="E7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One trade, five actors — ~3 minutes in Judge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SME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385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Order → invoice → delivery proof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61488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7977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Confirm trade obligation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02736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484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SME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62102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Create receivable · anchor proof on Polygon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43984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98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4897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Financier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46227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Deal room review · fund Smart LC escrow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285232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009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330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035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Verify delivery · release stablecoin to seller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623560"/>
            <a:ext cx="1051560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715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A34A"/>
                </a:solidFill>
              </a:defRPr>
            </a:pPr>
            <a:r>
              <a:t>Example trade: AED 250k invoice → 80% advance (AED 200k) → Smart LC funded → released same day after verified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Built, deployed, and testable — not a concept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Production deploy: credara-jet.vercel.app + credara-api.vercel.app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Smart LC factory wired: create → fund → verify → release on Amoy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Auth0 OAuth + password auth · Didit KYB abstraction · Postgres persistence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Slither + Hardhat in CI · role-separated escrow contracts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Judge Mode: guided 3-min demo for reviewers and investors</a:t>
            </a:r>
          </a:p>
        </p:txBody>
      </p:sp>
      <p:pic>
        <p:nvPicPr>
          <p:cNvPr id="9" name="Picture 8" descr="workspace-judge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394960" cy="3596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54406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7085"/>
                </a:solidFill>
              </a:defRPr>
            </a:pPr>
            <a:r>
              <a:t>Enterprise workspace (live product)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5029200" cy="1051560"/>
          </a:xfrm>
          <a:prstGeom prst="roundRect">
            <a:avLst/>
          </a:prstGeom>
          <a:solidFill>
            <a:srgbClr val="0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1937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Proof moment (demo climax)</a:t>
            </a:r>
          </a:p>
        </p:txBody>
      </p:sp>
      <p:pic>
        <p:nvPicPr>
          <p:cNvPr id="13" name="Picture 12" descr="polygonscan-t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532120"/>
            <a:ext cx="219456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91840" y="5532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</a:defRPr>
            </a:pPr>
            <a:r>
              <a:t>Live Amoy tx: proof anchor + Smart LC 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COMPETITION &amp;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Infrastructure wedge — not another hash-on-chain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7085"/>
                </a:solidFill>
              </a:defRPr>
            </a:pPr>
            <a:r>
              <a:t>Limitation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Credara edge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40280"/>
            <a:ext cx="10881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6829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</a:defRPr>
            </a:pPr>
            <a:r>
              <a:t>Manual bank LCs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31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7–10 days, paper-heavy, SME-unfriendly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31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Programmable escrow + verified delivery gate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53512"/>
            <a:ext cx="10881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8152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</a:defRPr>
            </a:pPr>
            <a:r>
              <a:t>Trade finance fintech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0449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Off-chain docs; lenders still blind to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0449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Buyer-confirmed receivable + on-chain anchor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66744"/>
            <a:ext cx="10881360" cy="658368"/>
          </a:xfrm>
          <a:prstGeom prst="rect">
            <a:avLst/>
          </a:prstGeom>
          <a:solidFill>
            <a:srgbClr val="EFF6FF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Generic RWA / trade chains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75818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Hash demos; simulated chain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758184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11827"/>
                </a:solidFill>
              </a:defRPr>
            </a:pPr>
            <a:r>
              <a:t>Fail-closed product · live Amoy · four-role workspaces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79976"/>
            <a:ext cx="108813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E7EA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5079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</a:defRPr>
            </a:pPr>
            <a:r>
              <a:t>Remittance / POS apps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47141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Consumer wedge; not receivables finance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47141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</a:defRPr>
            </a:pPr>
            <a:r>
              <a:t>B2B settlement slice of UAE corridor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11827"/>
                </a:solidFill>
              </a:defRPr>
            </a:pPr>
            <a:r>
              <a:t>Moat compounds: corridor data + financier network + token-agnostic escrow + evidence governance 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Who pays: financiers and platform users — API expands 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Financing origination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Fee when receivable is funded via Smart LC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Platform / SaaS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761488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Verification, deal room, reporting — tiered by 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Settlement / escrow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511296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Basis points per fund/release vs. multi-day bank LC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611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</a:defRPr>
            </a:pPr>
            <a:r>
              <a:t>Credit scoring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261104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t>On-chain attestations for external lenders without full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</a:defRPr>
            </a:pPr>
            <a:r>
              <a:t>Land financiers first — verified receivables pull SME supply onto the 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UNIT ECONOMICS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Illustrative pilot model — tighten with live pilot quotes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2286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Platform fee (indicative)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20240"/>
            <a:ext cx="2286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0299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87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Advance rate (indicative)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920240"/>
            <a:ext cx="22860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0299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AED 1.25k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48716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Fee on AED 250k invoice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256032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299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</a:defRPr>
            </a:pPr>
            <a:r>
              <a:t>$15M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Pilot receivables pipe (Y1 target)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Pilot cohort: 3 financiers + 50 UAE SMEs (Jebel Ali supply chains)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Revenue scales with financed volume, not headcount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API-first: third parties integrate rails without Credara UI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Path to $1M ARR: ~$200M annual financed volume at ~50 bps blended 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063240"/>
            <a:ext cx="4754880" cy="2606040"/>
          </a:xfrm>
          <a:prstGeom prst="roundRect">
            <a:avLst/>
          </a:prstGeom>
          <a:solidFill>
            <a:srgbClr val="0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246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</a:defRPr>
            </a:pPr>
            <a:r>
              <a:t>Raising (illustrative)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6118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$500K pre-seed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5196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3"/>
              </a:spcAft>
              <a:defRPr sz="1300">
                <a:solidFill>
                  <a:srgbClr val="CBD5E1"/>
                </a:solidFill>
              </a:defRPr>
            </a:pPr>
            <a:r>
              <a:t>UAE 3-financier pilot + GTM hire</a:t>
            </a:r>
          </a:p>
          <a:p>
            <a:pPr>
              <a:spcAft>
                <a:spcPts val="523"/>
              </a:spcAft>
              <a:defRPr sz="1300">
                <a:solidFill>
                  <a:srgbClr val="CBD5E1"/>
                </a:solidFill>
              </a:defRPr>
            </a:pPr>
            <a:r>
              <a:t>Didit KYB production + Solidity audit</a:t>
            </a:r>
          </a:p>
          <a:p>
            <a:pPr>
              <a:spcAft>
                <a:spcPts val="523"/>
              </a:spcAft>
              <a:defRPr sz="1300">
                <a:solidFill>
                  <a:srgbClr val="CBD5E1"/>
                </a:solidFill>
              </a:defRPr>
            </a:pPr>
            <a:r>
              <a:t>AED stablecoin issuer partnership</a:t>
            </a:r>
          </a:p>
          <a:p>
            <a:pPr>
              <a:spcAft>
                <a:spcPts val="523"/>
              </a:spcAft>
              <a:defRPr sz="1300">
                <a:solidFill>
                  <a:srgbClr val="CBD5E1"/>
                </a:solidFill>
              </a:defRPr>
            </a:pPr>
            <a:r>
              <a:t>18-mo: mainnet + API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One corridor, prove it, then replicate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Wedge: UAE SME trade-finance slice — Jebel Ali suppliers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Beachhead: 1–2 non-bank financiers + SME cohort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DIFC / challenge ecosystem for intros and pilot design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KPI: 7–10 day LC → same-day proof-to-funding</a:t>
            </a:r>
          </a:p>
          <a:p>
            <a:pPr>
              <a:spcAft>
                <a:spcPts val="644"/>
              </a:spcAft>
              <a:defRPr sz="1600">
                <a:solidFill>
                  <a:srgbClr val="111827"/>
                </a:solidFill>
              </a:defRPr>
            </a:pPr>
            <a:r>
              <a:t>Expand: new corridors = issuer + IERC20 config, not rebuild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Now: Amoy demo + Judge Mode (shipped)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Q1–Q2: Financier pilot LOIs + prod KYB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Phase 2: Licensed AED stablecoin partner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Phase 3: Polygon mainnet + partner APIs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SETTLEMENT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11827"/>
                </a:solidFill>
              </a:defRPr>
            </a:pPr>
            <a:r>
              <a:t>Today: MockUSDC on Amoy proves the escrow path.</a:t>
            </a:r>
            <a:br/>
            <a:r>
              <a:t>Tomorrow: regulated AED stablecoin on the same Smart LC 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Smart LC is token-agnostic — production is an issuer swap, not a rebuild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CBUAE PTSR-compliant AED from licensed partner when ready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B2B settlement along UAE corridors — not consumer remittance or POS</a:t>
            </a:r>
          </a:p>
          <a:p>
            <a:pPr>
              <a:spcAft>
                <a:spcPts val="684"/>
              </a:spcAft>
              <a:defRPr sz="1700">
                <a:solidFill>
                  <a:srgbClr val="111827"/>
                </a:solidFill>
              </a:defRPr>
            </a:pPr>
            <a:r>
              <a:t>Credara is settlement-ready infrastructure; we do not issue AED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Founder + banking engineering leadership — regulated delivery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Othniel Obasi — Founder, NOVTIA Ltd (London)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Creditville MFBank 40K → 100K+ users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PHED utilities — 5M+ customers, $96M+ revenue growth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AIRG + SURGE v2 → Credara evidence model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Portfolio: NorthBridge, Kairos, ProofSource, Autonix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Martins Nwanu — Head of IT, Creditville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11-engineer leadership; core banking platform delivery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C Money 30K → 100K+ users; in-house mobile rebuild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Loan ops scaled to ₦800M–₦1B/month disbursements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Credara: production API, workspace UX, deploy discipline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83080"/>
            <a:ext cx="45720" cy="3840480"/>
          </a:xfrm>
          <a:prstGeom prst="rect">
            <a:avLst/>
          </a:prstGeom>
          <a:solidFill>
            <a:srgbClr val="E7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7085"/>
                </a:solidFill>
              </a:defRPr>
            </a:pPr>
            <a:r>
              <a:t>Hiring with raise: UAE GTM / trade-finance partnerships · compliance advisor (DIFC)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TECH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827"/>
                </a:solidFill>
              </a:defRPr>
            </a:pPr>
            <a:r>
              <a:t>For diligence — full architecture in repo README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1097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7085"/>
                </a:solidFill>
              </a:defRPr>
            </a:pPr>
            <a:r>
              <a:t>credara-jet.vercel.app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Monorepo: Next.js · FastAPI · workers · Solidity 0.8.28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ProofRegistry · ReceivableRegistry · SmartLCFactory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CreditScoreAttestation · MockUSDC (IERC20-agnostic)</a:t>
            </a:r>
          </a:p>
          <a:p>
            <a:pPr>
              <a:spcAft>
                <a:spcPts val="603"/>
              </a:spcAft>
              <a:defRPr sz="1500">
                <a:solidFill>
                  <a:srgbClr val="111827"/>
                </a:solidFill>
              </a:defRPr>
            </a:pPr>
            <a:r>
              <a:t>Outbox relayer · idempotency · AccessControl / Pausable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Non-goals: no remittance MVP · no POS · no AED issuance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Docs: README · SUBMISSION.md · PROCESS_FLOWS.md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API: credara-api.vercel.app/docs</a:t>
            </a:r>
          </a:p>
          <a:p>
            <a:pPr>
              <a:spcAft>
                <a:spcPts val="603"/>
              </a:spcAft>
              <a:defRPr sz="1500">
                <a:solidFill>
                  <a:srgbClr val="667085"/>
                </a:solidFill>
              </a:defRPr>
            </a:pPr>
            <a:r>
              <a:t>Contracts: Slither CI + Hardhat test suite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91640"/>
            <a:ext cx="45720" cy="4389120"/>
          </a:xfrm>
          <a:prstGeom prst="rect">
            <a:avLst/>
          </a:prstGeom>
          <a:solidFill>
            <a:srgbClr val="E7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Get paid in days, not months.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BD5E1"/>
                </a:solidFill>
              </a:defRPr>
            </a:pPr>
            <a:r>
              <a:t>Verified invoices · Polygon proof · Smart LC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7085"/>
                </a:solidFill>
              </a:defRPr>
            </a:pPr>
            <a:r>
              <a:t>Let's run the 3-minute Judge Mode demo — then talk UAE 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credara-jet.vercel.app  ·  othnielobasi@gmail.com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714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Credara · Smart Commerce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credara-jet.vercel.app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
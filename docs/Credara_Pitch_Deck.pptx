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Credara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BD5E1"/>
                </a:solidFill>
              </a:defRPr>
            </a:pPr>
            <a:r>
              <a:t>Problem #1: SME trade finance on Polygon —</a:t>
            </a:r>
            <a:br/>
            <a:r>
              <a:t>tokenized receivables, Smart LC, on-chain credit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Smart Commerce Infrastructure Challenge  ·  Powered by Polygon  ·  DIFC-ready UAE corridor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UAE: $50B+ payments corridor · PTSR live · 51.3% stablecoin activity — B2B settlement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Othniel Obasi  ·  NOVTIA Ltd  ·  credara-jet.vercel.app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CHALLENGE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Built exactly what Problem #1 asks for — on Polygon, live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Hackathon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Credara (shipped)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✓  Tokenized receivables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ReceivableRegistry + buyer-confirmed invoices → finance-ready receivables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✓  Smart contract letters of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992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SmartLCFactory / SmartLC escrow lifecycle on Amoy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✓  On-chain trade credit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1246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CreditScoreAttestation + scoring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256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✓  Unlock SME capital · reduce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256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Judge Mode: proof anchor → fund LC → release in stablecoin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94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Problem #2 (POS / tourist wallets) is out of MVP scope — same settlement rails are PTSR-ready for licensed AED stablecoin B2B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JUDGING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How Credara maps to what the panel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12064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Smart LC + proof anchoring + receivables in one UAE corridor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512064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Technical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Slither CI, fail-closed chain, live deploy, role-separated contracts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12064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5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4 enterprise workspaces + 3-min Judge Mode guided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512064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Real-world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5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$2T gap · 40% SME rejection · Jebel Ali 15M+ TEUs — suppliers paid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SMEs wait months to get paid on goods already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$2T+ global trade finance gap — demand unfilled or priced out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~40% of SME trade-finance applications rejected (weak evidence, not weak fundamentals)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Traditional LCs: 7–10 days of manual bank coordination and paper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Invoice fraud &amp; duplicate financing — lenders can't verify delivery independently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UAE corridor: Jebel Ali 15M+ TEUs/yr — high volume, high friction for suppliers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Verified trade evidence → finance-ready receivables → Smart LC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Buyer-confirmed invoices + delivery proof become finance-ready receivables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Proof hashes anchored on Polygon — tamper-evident, documents stay off-chain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Programmable Smart LC escrow: fund → verify delivery → release in stablecoin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Four workspaces (SME, Buyer, Financier, Admin) on one shared trust layer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Wedge: SME trade-finance slice of UAE corridor — not consumer remittance or 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End-to-end flow (~3 min Judge Mode)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385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Order → invoice → delivery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6148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7977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Confirm trade obligation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02736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48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62102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Create receivable · anchor proof on Polygon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43984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98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89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Financier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46227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Deal room review · fund Smart LC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8523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0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30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03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Verify delivery · release settlement to seller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Live: credara-jet.vercel.app/workspace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WHY CREDARA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Institutional-grade infrastructure, not a hash-on-chain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Fail-closed chain — No fake Polygonscan links. Simulated only when tx isn't on-chain.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Real persistence — Postgres-backed workspaces — no canned seed data for judges.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Role-separated LC — Verifier, dispute-resolver, pauser — not one key for every escrow.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Evidence-first — AIRG/SURGE discipline: cryptographic receipts, deterministic hashing.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Production path — Auth0, Didit KYB, Slither CI, Vercel deploy — shipped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Monorepo: web · API · workers ·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apps/web — Next.js enterprise dashboard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apps/api — FastAPI, Postgres, JWT, Auth0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apps/workers — relayer, indexer, scoring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contracts — Solidity 0.8.28, Amoy / PoS-ready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ProofRegistry — anchor proof hashes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ReceivableRegistry — finance-ready state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SmartLCFactory / SmartLC — escrow lifecycle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CreditScoreAttestation — trade credit on-chain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MockUSDC — demo settlement (IERC20-agnostic)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91640"/>
            <a:ext cx="45720" cy="4389120"/>
          </a:xfrm>
          <a:prstGeom prst="rect">
            <a:avLst/>
          </a:prstGeom>
          <a:solidFill>
            <a:srgbClr val="E7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SETTLEMENT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Today: MockUSDC on Amoy.</a:t>
            </a:r>
            <a:br/>
            <a:r>
              <a:t>Tomorrow: regulated AED stablecoin — same Smart LC 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Demo proves create → fund → verify → release without claiming AED issuance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UAE CBUAE PTSR: regulated AED stablecoin partner — same Smart LC rails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Smart LC is token-agnostic — factory and proof conditions unchanged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Do say: settlement-ready · Don't say: we issue AED or we are remittance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Pilot one corridor, then expand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Target: UAE SMEs, buyers, financiers — Jebel Ali supply chains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Land financiers first — verified receivables pull SME supply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DIFC ecosystem: 5,000+ VCs, 289 banks, 400+ mentors for pilot cohort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Prove 7–10 day LC friction → same-day proof-to-funding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Now: Amoy demo + Judge Mode (shipped)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Near-term: Didit KYB prod, Solidity audit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Phase 2: AED stablecoin partner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Phase 3: Mainnet + API ecosystem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Infrastructure economics — multiple revenue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Origination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Per receivable financed via Smart LC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Platform /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88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Verification, deal room, reporting — tiered by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Settlement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Basis points per LC fund/release vs. days of bank 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Credit scoring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43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Attestations for external lenders without full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API-first: third parties integrate proof, receivable, and LC rails without Credara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Othniel Obasi — Founder, NOVTIA Ltd (London)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Digital banking: Creditville MFBank platform 40K → 100K+ users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Utilities transformation: PHED — 5M+ customers, $96M+ revenue growth (6 yrs)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AI governance: AIRG policy engine + SURGE v2 cryptographic receipt chain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Applied to Credara: evidence-first, fail-closed on-chain settlement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Portfolio: NorthBridge FraudOps, Kairos on Arc, ProofSource, Autonix — full-stack, 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MVP — LIVE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Test it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credara-jet.vercel.app/workspace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credara-api.vercel.app/docs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Judge demo mode in sidebar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Polygon Amoy contracts deployed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Slither + Hardhat tests in CI</a:t>
            </a:r>
          </a:p>
        </p:txBody>
      </p:sp>
      <p:pic>
        <p:nvPicPr>
          <p:cNvPr id="9" name="Picture 8" descr="workspace-judge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3535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989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</a:defRPr>
            </a:pPr>
            <a:r>
              <a:t>Enterprise workspace (Judge 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Non-goals: no remittance MVP · no POS · no AED issuance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Demo climax: Polygonscan proof anchor + Smart LC settlement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Get paid in days, not months.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</a:defRPr>
            </a:pPr>
            <a:r>
              <a:t>Verified invoices. Polygon proof. Smart LC settlement.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085"/>
                </a:solidFill>
              </a:defRPr>
            </a:pPr>
            <a:r>
              <a:t>credara-jet.vercel.app  ·  othnielobasi@gmail.com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